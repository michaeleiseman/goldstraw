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206E"/>
    <a:srgbClr val="ECECEC"/>
    <a:srgbClr val="F3EAF2"/>
    <a:srgbClr val="E1CCDF"/>
    <a:srgbClr val="CAA8C6"/>
    <a:srgbClr val="AE7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70"/>
    <p:restoredTop sz="94679"/>
  </p:normalViewPr>
  <p:slideViewPr>
    <p:cSldViewPr snapToGrid="0">
      <p:cViewPr>
        <p:scale>
          <a:sx n="326" d="100"/>
          <a:sy n="326" d="100"/>
        </p:scale>
        <p:origin x="-8816" y="-4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7398D-8EF1-2C4C-82D1-A19B6B8DB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8CF96C-D8EA-674B-7C53-724315ABC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A6055-7245-CB6C-4031-601D3580E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09-20A2-FFD2-3E74-080F60A02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D8DBE-56A5-AB85-3075-3DBF92CB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90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CF57-5B79-D2EF-8C21-CE7A42754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9411E-8347-8E8C-CEF8-6C66C2E3C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69D44-7C55-63E3-CC23-BA385AB76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B0024-6072-5800-9F94-BD6C4319C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07A64-76C0-C98E-3D49-E98A670E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52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2E8B4-C9DF-24EC-C7FC-0FF48FF8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8A7CA-0E40-C75F-6C08-A2C946A63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55F2D-7B6C-C01A-A3F2-0599CFD5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788A2-C4A9-C701-E8A8-FACBB3A4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B0859-86A5-5E7B-4389-D7446AFE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5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6257-71D7-87DD-1D09-2C0D5510D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22DCC-003F-E9A7-9FB5-304269E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B21DA5-553C-F986-0C21-C23F99BDC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350B-3629-ADEA-6A17-FF6A5BA8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2B78FC-D8B8-D9D5-9661-1D4BA57E4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25638-876B-4C4B-9B68-293C31A9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54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E07D3-E701-14AB-9B97-621316CF7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972B1-2E92-4A17-C24C-BFA9C6FB9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2539CD-3987-D69B-DA79-A5E6C629E2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C3CCE2-6F28-B1B2-0BF1-4366B1C4D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9AF74D-16B7-FD3E-115A-21B20D255C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02DB8-308C-4923-7D58-7D530D3D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51BBB-1CF4-BA82-D93A-BECCE8FB8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E8F39-0211-8687-6391-590737036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714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BFF9-E0B9-2201-DC17-290661370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EA3596-5013-77B7-45F5-D5D0F48DC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D27C-8887-03D1-1675-EEFA0294F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8A3195-9898-49EE-1331-45B9F2BEA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5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9C3E1-51E2-7986-B737-5F75881D2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4B6078-04D9-D9BD-C4A8-89F3B691E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55D82-D96E-5EA2-2352-166D671F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5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22FE3-9B47-FAD9-5E48-5CA2B378A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58790-0D62-38F1-DE70-675EC61B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CA4F7-8F03-503F-CF2B-9F9F87CB6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D23FF-8E67-7850-3CCF-99ECD0F1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7E69A-B502-6203-C707-2B5A86824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2D2FB-48D8-A689-B121-5983C5AD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37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DFFC4-5B21-5EF0-35FB-67CF7AFE1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56CFE-9A67-98FC-744D-33E758F4FD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37DC0F-51D2-D906-B826-B6040996EE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D6CFB6-26BF-725A-CC57-0D85CAB6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4191D-B479-FC81-DD68-EFA120F7B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47EE-0432-92ED-07E8-986C2A70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4293E-0D68-DA89-F169-F45153BE5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6C893-B052-4126-D807-6910E0964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47FC6-44EF-A92A-F1CD-CFE7FEC34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C3212-5A20-5429-532B-3D5E66E4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DF1BC-0678-CD2F-FFD8-950C9F8D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69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DE6350-07D9-C414-C1A5-1839751D8F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900965-DDFA-E1A8-0855-CA940EF7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CA514-6B6B-1463-C333-70FA06FF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CFABB-FC19-BD65-BAF0-EC0BFC89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39D5-C65B-FF7F-205E-1D4235403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078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C8C7B0-90F0-B658-ABCB-00BBE656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53C8D-C03A-0AB2-05CA-A0CAD511B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9353C-9C81-62A1-B843-0E052CD89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EC026-CEDF-DC44-9C8A-F457EAA2856E}" type="datetimeFigureOut">
              <a:rPr lang="en-US" smtClean="0"/>
              <a:t>2/22/26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C0D35-8654-F57B-6BF9-AC66A1A79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5AAB2-70F6-DA13-9652-80A474031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9FAE57-375F-944E-8CB4-5473DCA750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7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33FF2F74-5F85-581B-6C53-91855CD84CD0}"/>
              </a:ext>
            </a:extLst>
          </p:cNvPr>
          <p:cNvGrpSpPr/>
          <p:nvPr/>
        </p:nvGrpSpPr>
        <p:grpSpPr>
          <a:xfrm>
            <a:off x="5100164" y="2347479"/>
            <a:ext cx="1828800" cy="1828800"/>
            <a:chOff x="5100164" y="2347479"/>
            <a:chExt cx="1828800" cy="18288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FF7642-90AA-FF9E-DC93-BACB3873CB3B}"/>
                </a:ext>
              </a:extLst>
            </p:cNvPr>
            <p:cNvSpPr/>
            <p:nvPr/>
          </p:nvSpPr>
          <p:spPr>
            <a:xfrm>
              <a:off x="5100164" y="2347479"/>
              <a:ext cx="1828800" cy="18288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D74778-D39A-49E9-71CB-0301958E4F89}"/>
                    </a:ext>
                  </a:extLst>
                </p:cNvPr>
                <p:cNvSpPr txBox="1"/>
                <p:nvPr/>
              </p:nvSpPr>
              <p:spPr>
                <a:xfrm>
                  <a:off x="5163372" y="2591886"/>
                  <a:ext cx="1730446" cy="12311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8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    )</m:t>
                        </m:r>
                      </m:oMath>
                    </m:oMathPara>
                  </a14:m>
                  <a:endParaRPr lang="en-US" sz="8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0D74778-D39A-49E9-71CB-0301958E4F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3372" y="2591886"/>
                  <a:ext cx="1730446" cy="1231106"/>
                </a:xfrm>
                <a:prstGeom prst="rect">
                  <a:avLst/>
                </a:prstGeom>
                <a:blipFill>
                  <a:blip r:embed="rId2"/>
                  <a:stretch>
                    <a:fillRect l="-27007" t="-9278" r="-27737" b="-360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5" name="Graphic 4" descr="Volume with solid fill">
              <a:extLst>
                <a:ext uri="{FF2B5EF4-FFF2-40B4-BE49-F238E27FC236}">
                  <a16:creationId xmlns:a16="http://schemas.microsoft.com/office/drawing/2014/main" id="{864115F5-F566-C566-0AEB-52EC7DCE5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38800" y="2813447"/>
              <a:ext cx="914400" cy="914400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8AF78C9-A4B3-1D32-66D5-8D35D08CE71E}"/>
              </a:ext>
            </a:extLst>
          </p:cNvPr>
          <p:cNvSpPr/>
          <p:nvPr/>
        </p:nvSpPr>
        <p:spPr>
          <a:xfrm>
            <a:off x="8465664" y="1899047"/>
            <a:ext cx="1828800" cy="1828800"/>
          </a:xfrm>
          <a:prstGeom prst="rect">
            <a:avLst/>
          </a:prstGeom>
          <a:gradFill flip="none" rotWithShape="1">
            <a:gsLst>
              <a:gs pos="0">
                <a:srgbClr val="78206E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FBAF35-59D7-CF32-90BE-CF3526FCF227}"/>
              </a:ext>
            </a:extLst>
          </p:cNvPr>
          <p:cNvSpPr/>
          <p:nvPr/>
        </p:nvSpPr>
        <p:spPr>
          <a:xfrm>
            <a:off x="8001000" y="2046514"/>
            <a:ext cx="297543" cy="355600"/>
          </a:xfrm>
          <a:prstGeom prst="rect">
            <a:avLst/>
          </a:prstGeom>
          <a:solidFill>
            <a:srgbClr val="AE79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367889-5CB8-9111-8E1A-D9EAEA2DF38D}"/>
              </a:ext>
            </a:extLst>
          </p:cNvPr>
          <p:cNvSpPr/>
          <p:nvPr/>
        </p:nvSpPr>
        <p:spPr>
          <a:xfrm>
            <a:off x="8001000" y="2414086"/>
            <a:ext cx="297543" cy="355600"/>
          </a:xfrm>
          <a:prstGeom prst="rect">
            <a:avLst/>
          </a:prstGeom>
          <a:solidFill>
            <a:srgbClr val="CAA8C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3D32A8-63D3-56AE-B2DD-5B7A7A238485}"/>
              </a:ext>
            </a:extLst>
          </p:cNvPr>
          <p:cNvSpPr/>
          <p:nvPr/>
        </p:nvSpPr>
        <p:spPr>
          <a:xfrm>
            <a:off x="8001000" y="2781658"/>
            <a:ext cx="297543" cy="355600"/>
          </a:xfrm>
          <a:prstGeom prst="rect">
            <a:avLst/>
          </a:prstGeom>
          <a:solidFill>
            <a:srgbClr val="E1CC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4EC7CE-A8FE-C4A0-85CE-A8C320A9AF2E}"/>
              </a:ext>
            </a:extLst>
          </p:cNvPr>
          <p:cNvSpPr/>
          <p:nvPr/>
        </p:nvSpPr>
        <p:spPr>
          <a:xfrm>
            <a:off x="8001000" y="3149230"/>
            <a:ext cx="297543" cy="3556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45826C-83C5-9286-7612-4F466125BBA0}"/>
                  </a:ext>
                </a:extLst>
              </p:cNvPr>
              <p:cNvSpPr txBox="1"/>
              <p:nvPr/>
            </p:nvSpPr>
            <p:spPr>
              <a:xfrm>
                <a:off x="7446234" y="3504830"/>
                <a:ext cx="471205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0" i="1" smtClean="0">
                          <a:solidFill>
                            <a:schemeClr val="bg1"/>
                          </a:solidFill>
                          <a:highlight>
                            <a:srgbClr val="78206E"/>
                          </a:highlight>
                          <a:latin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US" sz="4800" dirty="0">
                  <a:highlight>
                    <a:srgbClr val="78206E"/>
                  </a:highlight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45826C-83C5-9286-7612-4F466125B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234" y="3504830"/>
                <a:ext cx="471205" cy="830997"/>
              </a:xfrm>
              <a:prstGeom prst="rect">
                <a:avLst/>
              </a:prstGeom>
              <a:blipFill>
                <a:blip r:embed="rId5"/>
                <a:stretch>
                  <a:fillRect l="-36842" r="-36842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Graphic 11" descr="Volume with solid fill">
            <a:extLst>
              <a:ext uri="{FF2B5EF4-FFF2-40B4-BE49-F238E27FC236}">
                <a16:creationId xmlns:a16="http://schemas.microsoft.com/office/drawing/2014/main" id="{6FAA1EBC-FC2D-1BF4-4933-89B7E45BF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0896" y="2347480"/>
            <a:ext cx="216977" cy="2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7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3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Eiseman</dc:creator>
  <cp:lastModifiedBy>Michael Eiseman</cp:lastModifiedBy>
  <cp:revision>5</cp:revision>
  <dcterms:created xsi:type="dcterms:W3CDTF">2026-02-22T05:10:12Z</dcterms:created>
  <dcterms:modified xsi:type="dcterms:W3CDTF">2026-02-22T21:01:22Z</dcterms:modified>
</cp:coreProperties>
</file>